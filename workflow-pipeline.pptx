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 el Ghani" initials="Ae" lastIdx="1" clrIdx="0">
    <p:extLst>
      <p:ext uri="{19B8F6BF-5375-455C-9EA6-DF929625EA0E}">
        <p15:presenceInfo xmlns:p15="http://schemas.microsoft.com/office/powerpoint/2012/main" userId="4b17912481ea858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0"/>
  </p:normalViewPr>
  <p:slideViewPr>
    <p:cSldViewPr snapToGrid="0">
      <p:cViewPr varScale="1">
        <p:scale>
          <a:sx n="90" d="100"/>
          <a:sy n="90" d="100"/>
        </p:scale>
        <p:origin x="2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347E79-DE92-AB41-BAF4-FA58EA836567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0C2C41B5-9F88-EA46-BAA9-F12D83FAE68B}">
      <dgm:prSet phldrT="[Tekst]"/>
      <dgm:spPr/>
      <dgm:t>
        <a:bodyPr/>
        <a:lstStyle/>
        <a:p>
          <a:r>
            <a:rPr lang="nl-NL" dirty="0"/>
            <a:t>Import	</a:t>
          </a:r>
        </a:p>
      </dgm:t>
    </dgm:pt>
    <dgm:pt modelId="{DAE62740-2DDE-AA48-A464-337772B126C3}" type="parTrans" cxnId="{8DC3CDB5-15CE-8543-B17A-811A6A2C0E42}">
      <dgm:prSet/>
      <dgm:spPr/>
      <dgm:t>
        <a:bodyPr/>
        <a:lstStyle/>
        <a:p>
          <a:endParaRPr lang="nl-NL"/>
        </a:p>
      </dgm:t>
    </dgm:pt>
    <dgm:pt modelId="{73D2269D-3B2B-0740-89E3-028A067FDADA}" type="sibTrans" cxnId="{8DC3CDB5-15CE-8543-B17A-811A6A2C0E42}">
      <dgm:prSet/>
      <dgm:spPr/>
      <dgm:t>
        <a:bodyPr/>
        <a:lstStyle/>
        <a:p>
          <a:endParaRPr lang="nl-NL"/>
        </a:p>
      </dgm:t>
    </dgm:pt>
    <dgm:pt modelId="{2D6DBA47-52BB-4047-BD16-B3FCDFC6927D}">
      <dgm:prSet phldrT="[Tekst]"/>
      <dgm:spPr/>
      <dgm:t>
        <a:bodyPr/>
        <a:lstStyle/>
        <a:p>
          <a:r>
            <a:rPr lang="nl-NL" dirty="0" err="1"/>
            <a:t>Wrangle</a:t>
          </a:r>
          <a:endParaRPr lang="nl-NL" dirty="0"/>
        </a:p>
      </dgm:t>
    </dgm:pt>
    <dgm:pt modelId="{13C7CE77-65C2-574F-ABE5-80D3E4383646}" type="parTrans" cxnId="{1A0A5DB9-1701-274C-8AAC-A20D01009A40}">
      <dgm:prSet/>
      <dgm:spPr/>
      <dgm:t>
        <a:bodyPr/>
        <a:lstStyle/>
        <a:p>
          <a:endParaRPr lang="nl-NL"/>
        </a:p>
      </dgm:t>
    </dgm:pt>
    <dgm:pt modelId="{4F80B569-BCF2-A845-AEA7-247BC2AF9010}" type="sibTrans" cxnId="{1A0A5DB9-1701-274C-8AAC-A20D01009A40}">
      <dgm:prSet/>
      <dgm:spPr/>
      <dgm:t>
        <a:bodyPr/>
        <a:lstStyle/>
        <a:p>
          <a:endParaRPr lang="nl-NL"/>
        </a:p>
      </dgm:t>
    </dgm:pt>
    <dgm:pt modelId="{32FA4A29-B0E1-534A-B57D-0F65B53901B7}">
      <dgm:prSet phldrT="[Tekst]"/>
      <dgm:spPr/>
      <dgm:t>
        <a:bodyPr/>
        <a:lstStyle/>
        <a:p>
          <a:r>
            <a:rPr lang="nl-NL" dirty="0" err="1"/>
            <a:t>Compute</a:t>
          </a:r>
          <a:r>
            <a:rPr lang="nl-NL" dirty="0"/>
            <a:t> </a:t>
          </a:r>
          <a:r>
            <a:rPr lang="nl-NL" dirty="0" err="1"/>
            <a:t>scales</a:t>
          </a:r>
          <a:endParaRPr lang="nl-NL" dirty="0"/>
        </a:p>
      </dgm:t>
    </dgm:pt>
    <dgm:pt modelId="{817FDD1C-4236-5B4E-AAEA-51AD1E416FC3}" type="parTrans" cxnId="{599798AA-EFDB-9843-BC29-ABDE96F54153}">
      <dgm:prSet/>
      <dgm:spPr/>
      <dgm:t>
        <a:bodyPr/>
        <a:lstStyle/>
        <a:p>
          <a:endParaRPr lang="nl-NL"/>
        </a:p>
      </dgm:t>
    </dgm:pt>
    <dgm:pt modelId="{56ACEEBD-66DC-2B4B-AF10-51E1E8F9EE03}" type="sibTrans" cxnId="{599798AA-EFDB-9843-BC29-ABDE96F54153}">
      <dgm:prSet/>
      <dgm:spPr/>
      <dgm:t>
        <a:bodyPr/>
        <a:lstStyle/>
        <a:p>
          <a:endParaRPr lang="nl-NL"/>
        </a:p>
      </dgm:t>
    </dgm:pt>
    <dgm:pt modelId="{11769D6A-0B6A-C642-80A0-50343E91B051}">
      <dgm:prSet/>
      <dgm:spPr/>
      <dgm:t>
        <a:bodyPr/>
        <a:lstStyle/>
        <a:p>
          <a:r>
            <a:rPr lang="nl-NL" dirty="0" err="1"/>
            <a:t>Merge</a:t>
          </a:r>
          <a:r>
            <a:rPr lang="nl-NL" dirty="0"/>
            <a:t> &amp; </a:t>
          </a:r>
          <a:r>
            <a:rPr lang="nl-NL" dirty="0" err="1"/>
            <a:t>Tidy</a:t>
          </a:r>
          <a:endParaRPr lang="nl-NL" dirty="0"/>
        </a:p>
      </dgm:t>
    </dgm:pt>
    <dgm:pt modelId="{96D7C664-A0A9-8A43-9BFA-99C1D1514B70}" type="parTrans" cxnId="{D5D8D255-12E8-AD4E-8748-9F80C9060DCE}">
      <dgm:prSet/>
      <dgm:spPr/>
      <dgm:t>
        <a:bodyPr/>
        <a:lstStyle/>
        <a:p>
          <a:endParaRPr lang="nl-NL"/>
        </a:p>
      </dgm:t>
    </dgm:pt>
    <dgm:pt modelId="{35EA8B49-C092-9A43-BFE4-2EE4E28F1A64}" type="sibTrans" cxnId="{D5D8D255-12E8-AD4E-8748-9F80C9060DCE}">
      <dgm:prSet/>
      <dgm:spPr/>
      <dgm:t>
        <a:bodyPr/>
        <a:lstStyle/>
        <a:p>
          <a:endParaRPr lang="nl-NL"/>
        </a:p>
      </dgm:t>
    </dgm:pt>
    <dgm:pt modelId="{B93C35AD-C1C7-6645-9223-6EAAA43224D6}">
      <dgm:prSet/>
      <dgm:spPr/>
      <dgm:t>
        <a:bodyPr/>
        <a:lstStyle/>
        <a:p>
          <a:r>
            <a:rPr lang="nl-NL" dirty="0"/>
            <a:t>Export</a:t>
          </a:r>
        </a:p>
      </dgm:t>
    </dgm:pt>
    <dgm:pt modelId="{B146EE99-52E3-6448-9188-E83A89728E93}" type="parTrans" cxnId="{95606C64-21AF-1948-AAA6-C2D8EC441752}">
      <dgm:prSet/>
      <dgm:spPr/>
      <dgm:t>
        <a:bodyPr/>
        <a:lstStyle/>
        <a:p>
          <a:endParaRPr lang="nl-NL"/>
        </a:p>
      </dgm:t>
    </dgm:pt>
    <dgm:pt modelId="{22A2837F-D84F-6D43-BEC9-CF803575EB33}" type="sibTrans" cxnId="{95606C64-21AF-1948-AAA6-C2D8EC441752}">
      <dgm:prSet/>
      <dgm:spPr/>
      <dgm:t>
        <a:bodyPr/>
        <a:lstStyle/>
        <a:p>
          <a:endParaRPr lang="nl-NL"/>
        </a:p>
      </dgm:t>
    </dgm:pt>
    <dgm:pt modelId="{AB40F7FB-0C9C-094C-BAA5-0B2D761311BA}" type="pres">
      <dgm:prSet presAssocID="{2C347E79-DE92-AB41-BAF4-FA58EA836567}" presName="Name0" presStyleCnt="0">
        <dgm:presLayoutVars>
          <dgm:dir/>
          <dgm:resizeHandles val="exact"/>
        </dgm:presLayoutVars>
      </dgm:prSet>
      <dgm:spPr/>
    </dgm:pt>
    <dgm:pt modelId="{58947D5E-58EE-204E-9250-0D63CEE49FC0}" type="pres">
      <dgm:prSet presAssocID="{0C2C41B5-9F88-EA46-BAA9-F12D83FAE68B}" presName="parTxOnly" presStyleLbl="node1" presStyleIdx="0" presStyleCnt="5">
        <dgm:presLayoutVars>
          <dgm:bulletEnabled val="1"/>
        </dgm:presLayoutVars>
      </dgm:prSet>
      <dgm:spPr/>
    </dgm:pt>
    <dgm:pt modelId="{05FBE386-DDFC-244B-80B7-7D94AE4E405F}" type="pres">
      <dgm:prSet presAssocID="{73D2269D-3B2B-0740-89E3-028A067FDADA}" presName="parSpace" presStyleCnt="0"/>
      <dgm:spPr/>
    </dgm:pt>
    <dgm:pt modelId="{06D6F4CE-5755-F645-BD2E-707D6370B1A4}" type="pres">
      <dgm:prSet presAssocID="{2D6DBA47-52BB-4047-BD16-B3FCDFC6927D}" presName="parTxOnly" presStyleLbl="node1" presStyleIdx="1" presStyleCnt="5">
        <dgm:presLayoutVars>
          <dgm:bulletEnabled val="1"/>
        </dgm:presLayoutVars>
      </dgm:prSet>
      <dgm:spPr/>
    </dgm:pt>
    <dgm:pt modelId="{2E33B508-5DE8-884D-9F8A-4C4ECC050CEF}" type="pres">
      <dgm:prSet presAssocID="{4F80B569-BCF2-A845-AEA7-247BC2AF9010}" presName="parSpace" presStyleCnt="0"/>
      <dgm:spPr/>
    </dgm:pt>
    <dgm:pt modelId="{6B151DD9-C101-5B4E-B22F-DD3165017302}" type="pres">
      <dgm:prSet presAssocID="{32FA4A29-B0E1-534A-B57D-0F65B53901B7}" presName="parTxOnly" presStyleLbl="node1" presStyleIdx="2" presStyleCnt="5">
        <dgm:presLayoutVars>
          <dgm:bulletEnabled val="1"/>
        </dgm:presLayoutVars>
      </dgm:prSet>
      <dgm:spPr/>
    </dgm:pt>
    <dgm:pt modelId="{850C1EAB-CDDD-1244-81B7-BA4B92A6FE4B}" type="pres">
      <dgm:prSet presAssocID="{56ACEEBD-66DC-2B4B-AF10-51E1E8F9EE03}" presName="parSpace" presStyleCnt="0"/>
      <dgm:spPr/>
    </dgm:pt>
    <dgm:pt modelId="{D1317542-40FC-D248-8721-10DC604D6855}" type="pres">
      <dgm:prSet presAssocID="{11769D6A-0B6A-C642-80A0-50343E91B051}" presName="parTxOnly" presStyleLbl="node1" presStyleIdx="3" presStyleCnt="5">
        <dgm:presLayoutVars>
          <dgm:bulletEnabled val="1"/>
        </dgm:presLayoutVars>
      </dgm:prSet>
      <dgm:spPr/>
    </dgm:pt>
    <dgm:pt modelId="{393FD55F-7CCF-F449-B0A4-F9DC47FB446C}" type="pres">
      <dgm:prSet presAssocID="{35EA8B49-C092-9A43-BFE4-2EE4E28F1A64}" presName="parSpace" presStyleCnt="0"/>
      <dgm:spPr/>
    </dgm:pt>
    <dgm:pt modelId="{3E3DD4C3-839B-3648-B673-E473C5275A7A}" type="pres">
      <dgm:prSet presAssocID="{B93C35AD-C1C7-6645-9223-6EAAA43224D6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27CBA913-D7B1-C24D-9FA8-B394743FC23A}" type="presOf" srcId="{B93C35AD-C1C7-6645-9223-6EAAA43224D6}" destId="{3E3DD4C3-839B-3648-B673-E473C5275A7A}" srcOrd="0" destOrd="0" presId="urn:microsoft.com/office/officeart/2005/8/layout/hChevron3"/>
    <dgm:cxn modelId="{BF527F15-E68F-2E41-95B9-215F11BDBA0F}" type="presOf" srcId="{0C2C41B5-9F88-EA46-BAA9-F12D83FAE68B}" destId="{58947D5E-58EE-204E-9250-0D63CEE49FC0}" srcOrd="0" destOrd="0" presId="urn:microsoft.com/office/officeart/2005/8/layout/hChevron3"/>
    <dgm:cxn modelId="{D5D8D255-12E8-AD4E-8748-9F80C9060DCE}" srcId="{2C347E79-DE92-AB41-BAF4-FA58EA836567}" destId="{11769D6A-0B6A-C642-80A0-50343E91B051}" srcOrd="3" destOrd="0" parTransId="{96D7C664-A0A9-8A43-9BFA-99C1D1514B70}" sibTransId="{35EA8B49-C092-9A43-BFE4-2EE4E28F1A64}"/>
    <dgm:cxn modelId="{95606C64-21AF-1948-AAA6-C2D8EC441752}" srcId="{2C347E79-DE92-AB41-BAF4-FA58EA836567}" destId="{B93C35AD-C1C7-6645-9223-6EAAA43224D6}" srcOrd="4" destOrd="0" parTransId="{B146EE99-52E3-6448-9188-E83A89728E93}" sibTransId="{22A2837F-D84F-6D43-BEC9-CF803575EB33}"/>
    <dgm:cxn modelId="{555009A5-4227-C34D-84B0-0A6CF47903F1}" type="presOf" srcId="{11769D6A-0B6A-C642-80A0-50343E91B051}" destId="{D1317542-40FC-D248-8721-10DC604D6855}" srcOrd="0" destOrd="0" presId="urn:microsoft.com/office/officeart/2005/8/layout/hChevron3"/>
    <dgm:cxn modelId="{599798AA-EFDB-9843-BC29-ABDE96F54153}" srcId="{2C347E79-DE92-AB41-BAF4-FA58EA836567}" destId="{32FA4A29-B0E1-534A-B57D-0F65B53901B7}" srcOrd="2" destOrd="0" parTransId="{817FDD1C-4236-5B4E-AAEA-51AD1E416FC3}" sibTransId="{56ACEEBD-66DC-2B4B-AF10-51E1E8F9EE03}"/>
    <dgm:cxn modelId="{8DC3CDB5-15CE-8543-B17A-811A6A2C0E42}" srcId="{2C347E79-DE92-AB41-BAF4-FA58EA836567}" destId="{0C2C41B5-9F88-EA46-BAA9-F12D83FAE68B}" srcOrd="0" destOrd="0" parTransId="{DAE62740-2DDE-AA48-A464-337772B126C3}" sibTransId="{73D2269D-3B2B-0740-89E3-028A067FDADA}"/>
    <dgm:cxn modelId="{2A02BCB8-2861-C24D-8866-2FDA4C2FC23D}" type="presOf" srcId="{2D6DBA47-52BB-4047-BD16-B3FCDFC6927D}" destId="{06D6F4CE-5755-F645-BD2E-707D6370B1A4}" srcOrd="0" destOrd="0" presId="urn:microsoft.com/office/officeart/2005/8/layout/hChevron3"/>
    <dgm:cxn modelId="{1A0A5DB9-1701-274C-8AAC-A20D01009A40}" srcId="{2C347E79-DE92-AB41-BAF4-FA58EA836567}" destId="{2D6DBA47-52BB-4047-BD16-B3FCDFC6927D}" srcOrd="1" destOrd="0" parTransId="{13C7CE77-65C2-574F-ABE5-80D3E4383646}" sibTransId="{4F80B569-BCF2-A845-AEA7-247BC2AF9010}"/>
    <dgm:cxn modelId="{E459CBCE-1590-7442-8CC6-97ED204142B0}" type="presOf" srcId="{2C347E79-DE92-AB41-BAF4-FA58EA836567}" destId="{AB40F7FB-0C9C-094C-BAA5-0B2D761311BA}" srcOrd="0" destOrd="0" presId="urn:microsoft.com/office/officeart/2005/8/layout/hChevron3"/>
    <dgm:cxn modelId="{421ECBE2-7D06-3A40-A6A2-D27A2A6C2043}" type="presOf" srcId="{32FA4A29-B0E1-534A-B57D-0F65B53901B7}" destId="{6B151DD9-C101-5B4E-B22F-DD3165017302}" srcOrd="0" destOrd="0" presId="urn:microsoft.com/office/officeart/2005/8/layout/hChevron3"/>
    <dgm:cxn modelId="{241AABE2-B562-6A4C-8602-71F6D0902C95}" type="presParOf" srcId="{AB40F7FB-0C9C-094C-BAA5-0B2D761311BA}" destId="{58947D5E-58EE-204E-9250-0D63CEE49FC0}" srcOrd="0" destOrd="0" presId="urn:microsoft.com/office/officeart/2005/8/layout/hChevron3"/>
    <dgm:cxn modelId="{9DC17B7B-DD7F-6540-AB34-D3B3FEE2928F}" type="presParOf" srcId="{AB40F7FB-0C9C-094C-BAA5-0B2D761311BA}" destId="{05FBE386-DDFC-244B-80B7-7D94AE4E405F}" srcOrd="1" destOrd="0" presId="urn:microsoft.com/office/officeart/2005/8/layout/hChevron3"/>
    <dgm:cxn modelId="{9AAB4B2C-944A-4B46-BD07-5B607189E8E1}" type="presParOf" srcId="{AB40F7FB-0C9C-094C-BAA5-0B2D761311BA}" destId="{06D6F4CE-5755-F645-BD2E-707D6370B1A4}" srcOrd="2" destOrd="0" presId="urn:microsoft.com/office/officeart/2005/8/layout/hChevron3"/>
    <dgm:cxn modelId="{FF01DEFD-BC6D-D247-AEA4-67FA540C8E20}" type="presParOf" srcId="{AB40F7FB-0C9C-094C-BAA5-0B2D761311BA}" destId="{2E33B508-5DE8-884D-9F8A-4C4ECC050CEF}" srcOrd="3" destOrd="0" presId="urn:microsoft.com/office/officeart/2005/8/layout/hChevron3"/>
    <dgm:cxn modelId="{7A51A482-19FB-F04D-95EB-1FB91822CE95}" type="presParOf" srcId="{AB40F7FB-0C9C-094C-BAA5-0B2D761311BA}" destId="{6B151DD9-C101-5B4E-B22F-DD3165017302}" srcOrd="4" destOrd="0" presId="urn:microsoft.com/office/officeart/2005/8/layout/hChevron3"/>
    <dgm:cxn modelId="{D54099AA-EC1F-CC41-B42F-C506F31EE863}" type="presParOf" srcId="{AB40F7FB-0C9C-094C-BAA5-0B2D761311BA}" destId="{850C1EAB-CDDD-1244-81B7-BA4B92A6FE4B}" srcOrd="5" destOrd="0" presId="urn:microsoft.com/office/officeart/2005/8/layout/hChevron3"/>
    <dgm:cxn modelId="{4C5DAFA9-4024-5B43-AEEB-E0E86720F2AF}" type="presParOf" srcId="{AB40F7FB-0C9C-094C-BAA5-0B2D761311BA}" destId="{D1317542-40FC-D248-8721-10DC604D6855}" srcOrd="6" destOrd="0" presId="urn:microsoft.com/office/officeart/2005/8/layout/hChevron3"/>
    <dgm:cxn modelId="{7A720F89-C2BA-8941-B704-B3A77945ADF4}" type="presParOf" srcId="{AB40F7FB-0C9C-094C-BAA5-0B2D761311BA}" destId="{393FD55F-7CCF-F449-B0A4-F9DC47FB446C}" srcOrd="7" destOrd="0" presId="urn:microsoft.com/office/officeart/2005/8/layout/hChevron3"/>
    <dgm:cxn modelId="{FCC5E5ED-01FE-6547-84CB-E3446B4DF4C8}" type="presParOf" srcId="{AB40F7FB-0C9C-094C-BAA5-0B2D761311BA}" destId="{3E3DD4C3-839B-3648-B673-E473C5275A7A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47D5E-58EE-204E-9250-0D63CEE49FC0}">
      <dsp:nvSpPr>
        <dsp:cNvPr id="0" name=""/>
        <dsp:cNvSpPr/>
      </dsp:nvSpPr>
      <dsp:spPr>
        <a:xfrm>
          <a:off x="992" y="2322380"/>
          <a:ext cx="1934765" cy="77390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348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/>
            <a:t>Import	</a:t>
          </a:r>
        </a:p>
      </dsp:txBody>
      <dsp:txXfrm>
        <a:off x="992" y="2322380"/>
        <a:ext cx="1741289" cy="773906"/>
      </dsp:txXfrm>
    </dsp:sp>
    <dsp:sp modelId="{06D6F4CE-5755-F645-BD2E-707D6370B1A4}">
      <dsp:nvSpPr>
        <dsp:cNvPr id="0" name=""/>
        <dsp:cNvSpPr/>
      </dsp:nvSpPr>
      <dsp:spPr>
        <a:xfrm>
          <a:off x="1548804" y="2322380"/>
          <a:ext cx="1934765" cy="7739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 err="1"/>
            <a:t>Wrangle</a:t>
          </a:r>
          <a:endParaRPr lang="nl-NL" sz="2200" kern="1200" dirty="0"/>
        </a:p>
      </dsp:txBody>
      <dsp:txXfrm>
        <a:off x="1935757" y="2322380"/>
        <a:ext cx="1160859" cy="773906"/>
      </dsp:txXfrm>
    </dsp:sp>
    <dsp:sp modelId="{6B151DD9-C101-5B4E-B22F-DD3165017302}">
      <dsp:nvSpPr>
        <dsp:cNvPr id="0" name=""/>
        <dsp:cNvSpPr/>
      </dsp:nvSpPr>
      <dsp:spPr>
        <a:xfrm>
          <a:off x="3096617" y="2322380"/>
          <a:ext cx="1934765" cy="7739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 err="1"/>
            <a:t>Compute</a:t>
          </a:r>
          <a:r>
            <a:rPr lang="nl-NL" sz="2200" kern="1200" dirty="0"/>
            <a:t> </a:t>
          </a:r>
          <a:r>
            <a:rPr lang="nl-NL" sz="2200" kern="1200" dirty="0" err="1"/>
            <a:t>scales</a:t>
          </a:r>
          <a:endParaRPr lang="nl-NL" sz="2200" kern="1200" dirty="0"/>
        </a:p>
      </dsp:txBody>
      <dsp:txXfrm>
        <a:off x="3483570" y="2322380"/>
        <a:ext cx="1160859" cy="773906"/>
      </dsp:txXfrm>
    </dsp:sp>
    <dsp:sp modelId="{D1317542-40FC-D248-8721-10DC604D6855}">
      <dsp:nvSpPr>
        <dsp:cNvPr id="0" name=""/>
        <dsp:cNvSpPr/>
      </dsp:nvSpPr>
      <dsp:spPr>
        <a:xfrm>
          <a:off x="4644429" y="2322380"/>
          <a:ext cx="1934765" cy="7739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 err="1"/>
            <a:t>Merge</a:t>
          </a:r>
          <a:r>
            <a:rPr lang="nl-NL" sz="2200" kern="1200" dirty="0"/>
            <a:t> &amp; </a:t>
          </a:r>
          <a:r>
            <a:rPr lang="nl-NL" sz="2200" kern="1200" dirty="0" err="1"/>
            <a:t>Tidy</a:t>
          </a:r>
          <a:endParaRPr lang="nl-NL" sz="2200" kern="1200" dirty="0"/>
        </a:p>
      </dsp:txBody>
      <dsp:txXfrm>
        <a:off x="5031382" y="2322380"/>
        <a:ext cx="1160859" cy="773906"/>
      </dsp:txXfrm>
    </dsp:sp>
    <dsp:sp modelId="{3E3DD4C3-839B-3648-B673-E473C5275A7A}">
      <dsp:nvSpPr>
        <dsp:cNvPr id="0" name=""/>
        <dsp:cNvSpPr/>
      </dsp:nvSpPr>
      <dsp:spPr>
        <a:xfrm>
          <a:off x="6192242" y="2322380"/>
          <a:ext cx="1934765" cy="7739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 dirty="0"/>
            <a:t>Export</a:t>
          </a:r>
        </a:p>
      </dsp:txBody>
      <dsp:txXfrm>
        <a:off x="6579195" y="2322380"/>
        <a:ext cx="1160859" cy="773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7360E-3FA4-56F0-06DE-25D7F62CF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EB2379D-3FFD-44A8-89AD-E43563CBD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A530B04-CD04-CE1B-7AD8-F3263E1F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EA00E8-8059-785D-0D5C-8368D8C6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F3D710-8735-EEC1-FDBC-C33E2FED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850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669C0A-BEF4-EB94-EA42-30448BBD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75E78D-B5A7-9669-41AB-81C339A99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4AD3D9F-DB5C-564F-1162-220EE090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C9C2EFD-E453-4033-DB61-85EE03FA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E60CE1C-BB4D-3832-8A12-4FA606C3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137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DE7E5-E13D-04AB-BB9C-2E0CB076E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D2E5D40-CE6A-BE2D-16A0-142A03E27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DEFFB8-F908-2B9D-AEBC-5520AE27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C6BDC1C-6B64-F62E-FFAC-C4AAD37D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0C1C1C2-0F6C-5D8B-CB47-B262EFC5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500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9D2A34-57CF-A85F-5D5E-780BCF1A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24E016-8ABE-2024-77C4-96225085F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B8D5B8F-3A2A-A417-E3DE-D8ECCD788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4DC33B6-2CF4-5A6E-D019-ACE7368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72DF82-B897-680F-D3C5-C79B01FA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AB22FF1-314E-7168-115D-114788C4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89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3EF28-FE4F-4AFA-7C69-3D5AC68A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3C1CBEC-5A93-9729-0D1D-1D1FC3531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E9B0C2E-708F-EC5B-1625-EFBE19DAE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2EBCBDF-B2A7-E0B0-E111-F2199EE7B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7E1FE03-D539-EBEA-D99A-4C4DC621B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37BE95-C5A4-F5FC-585D-D57E732A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9E924AA-71C1-9D9C-403C-B9BDC318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DBA7FB1-B521-AEE9-38AB-D834037A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684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CA5F26-6037-B6DF-E82C-D77368B9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14A4998-DED1-4C4F-B894-C01585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E9D133D-3438-4C50-AA54-BF415242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3EEAB2B-57EA-7CC9-E1BD-BC5A8412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589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CC4F24F-FF78-1179-131A-785FDA62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F34BF17-F0DB-3C9E-50FA-A13C254F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F207996-4E66-14E6-94C8-29B93E44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028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ED718-EE24-BF19-B131-7309D33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BFDDA3-4FE1-8E73-7E67-EE8893942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5D0D66A-0486-8BA7-1D3D-E52285F5B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EAA1332-664D-DF66-5B32-66F4C222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713AF19-FC11-80EF-7822-3ED3CA39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D70B1D-59C6-CC08-4DEE-1D2F6170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675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02B672-124A-2070-6663-BB8261C6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765EE78-CE0B-B9AC-565E-DA6BB6BC9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3BF08A3-5432-91E1-C3B2-90ACA550E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8D2B1BE-DCFC-FC42-3EA2-47A2A2E7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AB84457-4F41-8D56-6E70-DCDD2A3B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5509382-2CD0-B58F-02FD-25A6B44C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32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5D5EA0-1B86-0668-D429-7D513272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5B89C83-8631-7F5A-145A-E709DBC11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BA8BE3-36A1-C2E4-EF9D-1BA1D2EE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F3F3AF0-C2EA-F40C-A857-C2925AC5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C0C0F9-4480-479C-B95A-7CF4E96A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637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A262A42-8F12-48B3-5CF3-411D8763B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7E683B0-40CF-DBEB-3309-F82FAF15E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C8F3D0E-93AD-FFD9-55A3-18741858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AC9275-BDDD-8718-FAB5-2D1C36FF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3583A89-1412-C1E4-2DE8-B92EE4E7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751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DD72598-031C-920C-3995-37484ABB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362A0A-82E7-88CB-EA88-526B3824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BE11C7D-DB19-FA28-C85A-CE55F38B1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911D8-37A1-C949-9EE4-EA9591178641}" type="datetimeFigureOut">
              <a:rPr lang="nl-NL" smtClean="0"/>
              <a:t>24-01-2025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C0654A-ACA9-8D08-171C-1ED7FC360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C10B483-1E5A-69B9-89D0-520EEDAD4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C89AD-85B0-DD4A-B599-AC25F049E12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836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8CC4FE0-D7A4-3670-9C08-4571B493D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331131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2B9067C9-A4E0-D2E9-E6B3-1441D8B14EBB}"/>
              </a:ext>
            </a:extLst>
          </p:cNvPr>
          <p:cNvSpPr/>
          <p:nvPr/>
        </p:nvSpPr>
        <p:spPr>
          <a:xfrm>
            <a:off x="2097883" y="4343401"/>
            <a:ext cx="1014412" cy="957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memics</a:t>
            </a:r>
            <a:endParaRPr lang="nl-NL" dirty="0"/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E510F284-7216-E245-236A-C4A1C70651F7}"/>
              </a:ext>
            </a:extLst>
          </p:cNvPr>
          <p:cNvSpPr/>
          <p:nvPr/>
        </p:nvSpPr>
        <p:spPr>
          <a:xfrm>
            <a:off x="3746105" y="4343401"/>
            <a:ext cx="1014412" cy="957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memics</a:t>
            </a:r>
            <a:endParaRPr lang="nl-NL" dirty="0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AA7FF9DA-E1B9-A33C-330E-6716F9A5C5AA}"/>
              </a:ext>
            </a:extLst>
          </p:cNvPr>
          <p:cNvSpPr/>
          <p:nvPr/>
        </p:nvSpPr>
        <p:spPr>
          <a:xfrm>
            <a:off x="5394327" y="4343401"/>
            <a:ext cx="1014412" cy="957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memics</a:t>
            </a:r>
            <a:endParaRPr lang="nl-NL" dirty="0"/>
          </a:p>
        </p:txBody>
      </p:sp>
      <p:sp>
        <p:nvSpPr>
          <p:cNvPr id="9" name="Afgeronde rechthoek 8">
            <a:extLst>
              <a:ext uri="{FF2B5EF4-FFF2-40B4-BE49-F238E27FC236}">
                <a16:creationId xmlns:a16="http://schemas.microsoft.com/office/drawing/2014/main" id="{3EDDC1A1-3CE2-D57D-17DD-C3AF15A3E6E8}"/>
              </a:ext>
            </a:extLst>
          </p:cNvPr>
          <p:cNvSpPr/>
          <p:nvPr/>
        </p:nvSpPr>
        <p:spPr>
          <a:xfrm>
            <a:off x="7042549" y="4343402"/>
            <a:ext cx="1014412" cy="957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memics</a:t>
            </a:r>
            <a:endParaRPr lang="nl-NL" dirty="0"/>
          </a:p>
        </p:txBody>
      </p:sp>
      <p:sp>
        <p:nvSpPr>
          <p:cNvPr id="10" name="Afgeronde rechthoek 9">
            <a:extLst>
              <a:ext uri="{FF2B5EF4-FFF2-40B4-BE49-F238E27FC236}">
                <a16:creationId xmlns:a16="http://schemas.microsoft.com/office/drawing/2014/main" id="{928F9F9D-7B31-18DE-C39E-9B109A0062DE}"/>
              </a:ext>
            </a:extLst>
          </p:cNvPr>
          <p:cNvSpPr/>
          <p:nvPr/>
        </p:nvSpPr>
        <p:spPr>
          <a:xfrm>
            <a:off x="8601274" y="4357689"/>
            <a:ext cx="1014412" cy="957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memics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985386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Macintosh PowerPoint</Application>
  <PresentationFormat>Breedbeeld</PresentationFormat>
  <Paragraphs>10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el Ghani</dc:creator>
  <cp:lastModifiedBy>A el Ghani</cp:lastModifiedBy>
  <cp:revision>1</cp:revision>
  <dcterms:created xsi:type="dcterms:W3CDTF">2025-01-24T14:16:53Z</dcterms:created>
  <dcterms:modified xsi:type="dcterms:W3CDTF">2025-01-24T14:27:02Z</dcterms:modified>
</cp:coreProperties>
</file>